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Layer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 designer brain added on top of AI models</a:t>
            </a:r>
          </a:p>
          <a:p>
            <a:pPr/>
            <a:r>
              <a:t>Adds emotion, aesthetics, psychology, motion, taste</a:t>
            </a:r>
          </a:p>
          <a:p>
            <a:pPr/>
            <a:r>
              <a:t>Works through rules, examples, and multi-agent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Creative Layer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Current AIs generate functional but emotionless UI</a:t>
            </a:r>
          </a:p>
          <a:p>
            <a:pPr/>
            <a:r>
              <a:t>Lack of taste, premium feel, cinematic flow</a:t>
            </a:r>
          </a:p>
          <a:p>
            <a:pPr/>
            <a:r>
              <a:t>Brands demand emotion-driven, human, addictive design</a:t>
            </a:r>
          </a:p>
          <a:p>
            <a:pPr/>
            <a:r>
              <a:t>Creative Layer solves the missing 'soul' in AI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for Creativity (Where Inspiration Comes From)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Pinterest moodboards, Dribbble shots, Behance case studies</a:t>
            </a:r>
          </a:p>
          <a:p>
            <a:pPr/>
            <a:r>
              <a:t>Apple, Stripe, Airbnb, Tesla design references</a:t>
            </a:r>
          </a:p>
          <a:p>
            <a:pPr/>
            <a:r>
              <a:t>Envato/Themeforest for structure and layout patterns</a:t>
            </a:r>
          </a:p>
          <a:p>
            <a:pPr/>
            <a:r>
              <a:t>Lottie, GIFs, microinteraction videos for motion design</a:t>
            </a:r>
          </a:p>
          <a:p>
            <a:pPr/>
            <a:r>
              <a:t>Figma prototypes, animation previews, UI kits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TasteOS (Your Creative Intelligence Library)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Central library storing images, animations, flows</a:t>
            </a:r>
          </a:p>
          <a:p>
            <a:pPr/>
            <a:r>
              <a:t>Indexed and tagged with emotions, layout, motion, palette</a:t>
            </a:r>
          </a:p>
          <a:p>
            <a:pPr/>
            <a:r>
              <a:t>Rules for aesthetics, anti-template behavior, storytelling</a:t>
            </a:r>
          </a:p>
          <a:p>
            <a:pPr/>
            <a:r>
              <a:t>Forms the memory and intuition of your design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TasteOS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images/ folders (UI, apps, websites, moodboards, motion)</a:t>
            </a:r>
          </a:p>
          <a:p>
            <a:pPr/>
            <a:r>
              <a:t>index.json with tags for each image</a:t>
            </a:r>
          </a:p>
          <a:p>
            <a:pPr/>
            <a:r>
              <a:t>rules/ folder with design principles</a:t>
            </a:r>
          </a:p>
          <a:p>
            <a:pPr/>
            <a:r>
              <a:t>examples/ folder with curated premium UI references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Tagging System (How AI Understands Taste)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Each image gets 5–10 tags: emotions, motion, layout, palette</a:t>
            </a:r>
          </a:p>
          <a:p>
            <a:pPr/>
            <a:r>
              <a:t>Stored in index.json with file paths</a:t>
            </a:r>
          </a:p>
          <a:p>
            <a:pPr/>
            <a:r>
              <a:t>Agents query tags when generating designs</a:t>
            </a:r>
          </a:p>
          <a:p>
            <a:pPr/>
            <a:r>
              <a:t>Tags act as emotional and aesthetic metadata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Tags Encode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Emotion: calm, bold, premium, cinematic</a:t>
            </a:r>
          </a:p>
          <a:p>
            <a:pPr/>
            <a:r>
              <a:t>Aesthetic: minimal, luxury, vibrant, serif</a:t>
            </a:r>
          </a:p>
          <a:p>
            <a:pPr/>
            <a:r>
              <a:t>Motion: fade-in-slow, slide-up, bounce, parallax</a:t>
            </a:r>
          </a:p>
          <a:p>
            <a:pPr/>
            <a:r>
              <a:t>Layout: asymmetric, hero-section, grid, scroll-flow</a:t>
            </a:r>
          </a:p>
          <a:p>
            <a:pPr/>
            <a:r>
              <a:t>Color: warm, neon, cool-blue, high-contrast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Layer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TasteOS — curated visual intelligence library</a:t>
            </a:r>
          </a:p>
          <a:p>
            <a:pPr/>
            <a:r>
              <a:t>Emotion Reasoner — decides mood &amp; feeling</a:t>
            </a:r>
          </a:p>
          <a:p>
            <a:pPr/>
            <a:r>
              <a:t>Aesthetic Engine — enforces beauty, originality</a:t>
            </a:r>
          </a:p>
          <a:p>
            <a:pPr/>
            <a:r>
              <a:t>Anti-Template Engine — avoids generic layouts</a:t>
            </a:r>
          </a:p>
          <a:p>
            <a:pPr/>
            <a:r>
              <a:t>Motion Engine — adds animation psychology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Creative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Emotion Designer Agent: sets mood</a:t>
            </a:r>
          </a:p>
          <a:p>
            <a:pPr/>
            <a:r>
              <a:t>Visual Psychology Agent: spacing, contrast, flow</a:t>
            </a:r>
          </a:p>
          <a:p>
            <a:pPr/>
            <a:r>
              <a:t>Aesthetics Agent: beauty, originality, balance</a:t>
            </a:r>
          </a:p>
          <a:p>
            <a:pPr/>
            <a:r>
              <a:t>Interaction Agent: motion, microinteractions</a:t>
            </a:r>
          </a:p>
          <a:p>
            <a:pPr/>
            <a:r>
              <a:t>UI Builder Agent: outputs tokens and structure</a:t>
            </a:r>
          </a:p>
          <a:p>
            <a:pPr/>
            <a:r>
              <a:t>Code Builder Agent: generates React/Tailwind</a:t>
            </a:r>
          </a:p>
          <a:p>
            <a:pPr/>
            <a:r>
              <a:t>QA Agent: checks accessibility &amp; aesthetics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Creative Layer Works (Simple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You give a prompt</a:t>
            </a:r>
          </a:p>
          <a:p>
            <a:pPr/>
            <a:r>
              <a:t>Planner activates creative agents</a:t>
            </a:r>
          </a:p>
          <a:p>
            <a:pPr/>
            <a:r>
              <a:t>Agents study TasteOS examples via tags</a:t>
            </a:r>
          </a:p>
          <a:p>
            <a:pPr/>
            <a:r>
              <a:t>Agents collaborate and refine design decisions</a:t>
            </a:r>
          </a:p>
          <a:p>
            <a:pPr/>
            <a:r>
              <a:t>UI Builder outputs design tokens</a:t>
            </a:r>
          </a:p>
          <a:p>
            <a:pPr/>
            <a:r>
              <a:t>Code Builder generates clean code</a:t>
            </a:r>
          </a:p>
          <a:p>
            <a:pPr/>
            <a:r>
              <a:t>QA reviews for beauty, accessibility, motion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Google ADK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Tool execution and safe code actions</a:t>
            </a:r>
          </a:p>
          <a:p>
            <a:pPr/>
            <a:r>
              <a:t>Memory and planning structure</a:t>
            </a:r>
          </a:p>
          <a:p>
            <a:pPr/>
            <a:r>
              <a:t>Reliable API usage and file operations</a:t>
            </a:r>
          </a:p>
          <a:p>
            <a:pPr/>
            <a:r>
              <a:t>Turns design tokens into real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AutoGen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Role-based creative teamwork</a:t>
            </a:r>
          </a:p>
          <a:p>
            <a:pPr/>
            <a:r>
              <a:t>Agents debate, refine, critique designs</a:t>
            </a:r>
          </a:p>
          <a:p>
            <a:pPr/>
            <a:r>
              <a:t>Multi-agent loops to boost creativity</a:t>
            </a:r>
          </a:p>
          <a:p>
            <a:pPr/>
            <a:r>
              <a:t>Produces consistent, premium-quality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Works Better Than Any AI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AIs lack emotional intelligence → TasteOS fixes it</a:t>
            </a:r>
          </a:p>
          <a:p>
            <a:pPr/>
            <a:r>
              <a:t>AIs lack aesthetic judgment → Aesthetic Engine fixes it</a:t>
            </a:r>
          </a:p>
          <a:p>
            <a:pPr/>
            <a:r>
              <a:t>AIs repeat templates → Anti-template engine fixes it</a:t>
            </a:r>
          </a:p>
          <a:p>
            <a:pPr/>
            <a:r>
              <a:t>AIs lack motion psychology → Motion Engine fixes it</a:t>
            </a:r>
          </a:p>
          <a:p>
            <a:pPr/>
            <a:r>
              <a:t>Multi-agents create Pixar-like creative collaboration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Enables for Soarix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Apple-level website &amp; app builders</a:t>
            </a:r>
          </a:p>
          <a:p>
            <a:pPr/>
            <a:r>
              <a:t>Emotion-driven UI for any client</a:t>
            </a:r>
          </a:p>
          <a:p>
            <a:pPr/>
            <a:r>
              <a:t>Reusable design intelligence</a:t>
            </a:r>
          </a:p>
          <a:p>
            <a:pPr/>
            <a:r>
              <a:t>A unique creative signature no AI tool has today</a:t>
            </a:r>
          </a:p>
          <a:p>
            <a:pPr/>
            <a:r>
              <a:t>A premium product line other companies cannot replicate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